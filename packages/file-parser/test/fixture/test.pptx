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0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0165E-F411-D76A-3F50-444FD3067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7B572A-0CC1-6BC9-A458-2A09E1123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0DBE0-6FA6-87F6-C30C-621230333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A7FFC-34D2-89BE-003E-BF854672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70AE3-C16B-D656-C80D-84DA8081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36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F4354-FE11-E569-BC74-6D69C9B4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C3BA2A-C7DB-AD03-2355-F0B464FFA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4D591-CE3E-B9DE-1120-8C8EF473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5F124-CBF1-F620-3034-559A032A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3B07C9-73D5-6652-139B-57778518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55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8FE1F-DB14-A2CD-6B15-9DEA99BD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0E7840-38D0-0D82-4F06-2C709F010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9FB2F5-AC20-D7D6-34FE-52A76DCD5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461507-8837-C3D4-7FDB-10494436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9640BA-B363-C3A7-B49B-E01C5850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26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A0D87-50A8-6DA7-D223-85F3CE9E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6C3E0-7CCC-94E6-5342-02DF4C9CE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FEC16E-976C-6165-198E-4CEDC7721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B2EAA7-40EC-E91A-1575-51A4C9F9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BFA008-6EA8-B52B-D12D-DBDDA0BE0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9B9143-01F6-27AA-A05F-079DAA40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05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98293-3384-A7AB-FC65-E68820838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CF54D5-2C80-AB9C-8120-8C8A7C428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E6E4F3-3FB8-E47B-A562-4482D432D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8C3475-18D2-95BD-CECE-3EAB21DA8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788739-8881-AA23-E87A-82FD56B66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FA8A36-A9D3-AB76-DD72-D2626A78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947D63-A879-A84A-0190-526345F6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FEFE1F-9131-9ED7-7E74-78879920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57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A005D-5F52-E240-EFBD-CE11D328E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A66DB7-7F75-1B79-1EB0-4695FF98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07A045-6E06-BC23-466D-D01AD53A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3D2D1C-49D6-1FAE-6294-BB3886CA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29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FD4730-6654-89C4-BA8C-55029948C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BF0D6D-5C5F-D17F-C495-9B2289C1E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D63F52-AE81-FD51-1D02-E850CAC8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64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A2617-0F4A-5577-E5BB-9903D4F8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95BC2-B2CD-D843-B119-5FEAD15C1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779C11-F2AF-2080-F779-972685DCE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8088F4-9E70-7597-CDBF-CCB4372E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0506A5-50E8-79AF-2517-3D72C369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DCB145-3834-9949-D300-307D8134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48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9A42C0-295C-9217-7D54-468315FB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98B740-1EE6-9183-E03D-124C916D5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891772-49A3-981C-24A4-B606FF6EA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F04D1F-58DC-D0A8-71A1-DA4898CC6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F3436C-142B-2B51-185F-CEA7ADA4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2C1322-709F-56FF-218C-E408FBD9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31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ACA90-1F3A-B58E-D3BC-CC12751D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4C1BC1-498A-3F7B-D706-D3B492B71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D970A-11CB-6A2E-0950-CFED0A2E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E553F6-8C5D-E4F4-FE03-42B92034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C0ABF9-F142-981D-0D39-6FCD35C5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68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21A289-24F5-A8CA-AE96-3E7AD38CD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DC8593-C847-5CE2-6F3B-8649F9B86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B00D9-F3CA-BF7C-D531-90771D4C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581FDE-BC6D-B96C-F63F-6C5159CDD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64FA4-F477-5D34-90FA-B67F542C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80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C68298-105E-F5FB-D841-6183DDF3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068C1B-1357-B8C6-856D-74FFC6E97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A99E2-FAD9-0B3E-EF19-06C38CAAE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6A9F89-D619-9950-EF9F-B923F3005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FF61C7-6672-5B07-E767-EF3B7AFA2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04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CF80B-8F42-7DF6-7C23-B8E5936FC9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第一页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1F788A-2141-36E4-E136-CDD7FA32D7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81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BEDDD2-B1C2-A0C6-4C62-E580B417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F68E2-5D64-B00E-B403-521AC95F8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5181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第一页</vt:lpstr>
      <vt:lpstr>第二页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</dc:creator>
  <cp:lastModifiedBy>chen</cp:lastModifiedBy>
  <cp:revision>1</cp:revision>
  <dcterms:created xsi:type="dcterms:W3CDTF">2025-02-25T03:05:34Z</dcterms:created>
  <dcterms:modified xsi:type="dcterms:W3CDTF">2025-02-25T03:06:48Z</dcterms:modified>
</cp:coreProperties>
</file>